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5"/>
    <p:restoredTop sz="94658"/>
  </p:normalViewPr>
  <p:slideViewPr>
    <p:cSldViewPr snapToGrid="0">
      <p:cViewPr varScale="1">
        <p:scale>
          <a:sx n="90" d="100"/>
          <a:sy n="90" d="100"/>
        </p:scale>
        <p:origin x="20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B03B57-A38B-A8F2-D599-88DFBB848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06FBFFF-1DFE-03F3-D2CD-70805BEDF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86C55D-A40C-C5FE-8204-3D55368E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38C140-3045-BE06-C3D3-7AACF7828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7A01C4-F98F-28AC-30C9-8AADF295A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37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5E06B7-F1F3-C433-6F8F-CE54CF9C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5CD048-439D-B525-F084-AC09D93B9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6567BEE-E969-A6FD-D7B0-7598CAB1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8A1822-6AD3-EA0F-F977-0C9A73B39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C24D78-DDD2-DF6B-4D1B-BE38A794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84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665421-E87F-F1E3-4CCB-CD8818815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6EB9202-1B56-AE58-7092-9E30237DB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F6EF59-6ADF-C6B2-ADA1-7E12B73BC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1EEE66-4F1E-F4A9-A634-BC9F05BB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F64E87-58FB-E004-BBB2-DEE47CE7A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545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E7380C-2DCA-39F1-121C-80CD5195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D7364B-4A6C-CA3B-4EC9-7FE7FA80D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70DC397-39CF-F6AE-9147-8AE2C624B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14CAE4-2059-2F54-9BF4-EC195191C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E2C18B-5714-B7C9-D71B-277364E57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2622C12-2C31-BF8E-2419-95A4A510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97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2F8615-3050-9D52-23E6-DF4D78E2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0F7F3A8-A1DA-0D9C-E597-3F4C2D721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1E1C600-A99D-F1B8-E1B8-61D7912EB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F90AC5-69F6-8A4F-0E11-7D9DCC574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E9B21F0-C84B-4251-9870-CA7D10777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6E072C8-CBA2-3DE8-4FDC-0AAAE5098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7E407DE-860F-2576-35BF-F984CAE27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0C4E46E-67E9-7743-FB06-0E538F0C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31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BE6077-EFB4-BCF8-E71B-47D141A3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D0AF832-64E1-52C1-DF70-7D51DBE8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E35F07-7A4F-8FD2-931E-F0779E3F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DC4B7DB-2C2F-E035-AC34-53C114A1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43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46161F9-B4A5-211F-9578-CE7F6AA69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BF2EA73-65EE-5D7A-1168-50AA9140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D2E716-13AC-7ED6-79A2-04CCF901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250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273C6E-E065-1AFA-A677-91C38B1D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D88252-0408-3752-9BF1-708D7B64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5B0EC4-952E-8676-3B78-BC144C5E0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57D3B75-FA72-F2C3-DA87-C7EAD65C7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854985E-C77B-100B-EEC6-2465C343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78119B-96D2-A1CD-0751-3F2F29B2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56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7C5987-12FC-2757-4E10-B6ABB37D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A3315E1-BD19-21DE-1F4F-43042E22B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26A343-2917-13FE-E9D2-F0915C92C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0D0B314-838A-CDC4-5240-BF6C752D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FFA605C-4E11-002D-0365-9D28A47CA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0307F2-387D-6AE8-DB35-DCBF82F63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813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D2218D-49DE-EC4E-F23B-847E76A70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430899-A02E-F3CB-CCE2-9EEA09090C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5F8EE6-4030-3D29-B5BA-331D4A25A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0A7D20-9FC3-4EFD-7459-BC9CF3D20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62D29E-10E3-E9AD-D2AD-7565C5F6E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413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D06645A-54AA-945E-C40D-A9784EA56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E0301DA-8D12-018A-F8D5-298244BEF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B135DF-7472-6EA0-010A-239E38FB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C99E53-36FA-FC5D-B8C8-BF5983E7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C8BBF7-27B3-1EF0-8FB6-758472AB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E65DD28-6BD9-D2D8-9E5B-18D1ECF0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EBFAAA-E457-3694-4BDE-82A5C5262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E917F4-FDD9-9118-1CBB-EF57F32F0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19287-2374-E64D-9BA1-9423AB94AB29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B0687A-FEB7-FD0A-9C08-2E366CE5B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F94744-0118-CE3D-2C0D-FE1D7A98E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D00F2-5464-9748-898D-3971AE533A09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62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AD2B6AFF-4603-C450-432E-2282E1ABB3A2}"/>
              </a:ext>
            </a:extLst>
          </p:cNvPr>
          <p:cNvCxnSpPr>
            <a:cxnSpLocks/>
          </p:cNvCxnSpPr>
          <p:nvPr/>
        </p:nvCxnSpPr>
        <p:spPr>
          <a:xfrm>
            <a:off x="6329748" y="3903810"/>
            <a:ext cx="1696225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ritto 5">
            <a:extLst>
              <a:ext uri="{FF2B5EF4-FFF2-40B4-BE49-F238E27FC236}">
                <a16:creationId xmlns:a16="http://schemas.microsoft.com/office/drawing/2014/main" id="{01CDEDC7-6CF5-1B85-2049-814091C537FC}"/>
              </a:ext>
            </a:extLst>
          </p:cNvPr>
          <p:cNvCxnSpPr>
            <a:cxnSpLocks/>
          </p:cNvCxnSpPr>
          <p:nvPr/>
        </p:nvCxnSpPr>
        <p:spPr>
          <a:xfrm flipV="1">
            <a:off x="8025973" y="2414587"/>
            <a:ext cx="0" cy="148922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ritto 11">
            <a:extLst>
              <a:ext uri="{FF2B5EF4-FFF2-40B4-BE49-F238E27FC236}">
                <a16:creationId xmlns:a16="http://schemas.microsoft.com/office/drawing/2014/main" id="{97A46348-9A8E-439D-9DCA-8852FB50C6DA}"/>
              </a:ext>
            </a:extLst>
          </p:cNvPr>
          <p:cNvCxnSpPr>
            <a:cxnSpLocks/>
          </p:cNvCxnSpPr>
          <p:nvPr/>
        </p:nvCxnSpPr>
        <p:spPr>
          <a:xfrm>
            <a:off x="4633523" y="3903810"/>
            <a:ext cx="1696225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49239B84-B891-D9EB-C850-EE1E0AF9463A}"/>
              </a:ext>
            </a:extLst>
          </p:cNvPr>
          <p:cNvSpPr/>
          <p:nvPr/>
        </p:nvSpPr>
        <p:spPr>
          <a:xfrm>
            <a:off x="7894244" y="3779051"/>
            <a:ext cx="234879" cy="1966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0E8C559B-4750-6BD2-1A88-48FCD237C9F7}"/>
              </a:ext>
            </a:extLst>
          </p:cNvPr>
          <p:cNvSpPr/>
          <p:nvPr/>
        </p:nvSpPr>
        <p:spPr>
          <a:xfrm>
            <a:off x="6212307" y="3805466"/>
            <a:ext cx="234879" cy="1966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E287349-286A-670E-1379-A21A72604E2C}"/>
              </a:ext>
            </a:extLst>
          </p:cNvPr>
          <p:cNvSpPr/>
          <p:nvPr/>
        </p:nvSpPr>
        <p:spPr>
          <a:xfrm>
            <a:off x="7894245" y="2330530"/>
            <a:ext cx="234879" cy="1966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7862138A-37C9-D965-1E1B-5C94443836C9}"/>
              </a:ext>
            </a:extLst>
          </p:cNvPr>
          <p:cNvSpPr txBox="1"/>
          <p:nvPr/>
        </p:nvSpPr>
        <p:spPr>
          <a:xfrm>
            <a:off x="6096000" y="4002153"/>
            <a:ext cx="70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n, j-1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90C157D-17D4-5B96-79E5-D5FBC5A48422}"/>
              </a:ext>
            </a:extLst>
          </p:cNvPr>
          <p:cNvSpPr txBox="1"/>
          <p:nvPr/>
        </p:nvSpPr>
        <p:spPr>
          <a:xfrm>
            <a:off x="7791798" y="3975248"/>
            <a:ext cx="87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n, j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185A89C-CB7B-92AF-59D5-281C106135C0}"/>
              </a:ext>
            </a:extLst>
          </p:cNvPr>
          <p:cNvSpPr txBox="1"/>
          <p:nvPr/>
        </p:nvSpPr>
        <p:spPr>
          <a:xfrm>
            <a:off x="7206435" y="2611274"/>
            <a:ext cx="8763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n+1, j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2CA8391A-68DE-DFC1-1251-41B432193AAB}"/>
              </a:ext>
            </a:extLst>
          </p:cNvPr>
          <p:cNvSpPr/>
          <p:nvPr/>
        </p:nvSpPr>
        <p:spPr>
          <a:xfrm>
            <a:off x="7808517" y="2246485"/>
            <a:ext cx="421468" cy="35050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47A0553F-0B9D-6B4C-21CF-AA7D47622454}"/>
              </a:ext>
            </a:extLst>
          </p:cNvPr>
          <p:cNvSpPr/>
          <p:nvPr/>
        </p:nvSpPr>
        <p:spPr>
          <a:xfrm>
            <a:off x="4540744" y="3806185"/>
            <a:ext cx="234879" cy="1966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A43E9E-AD4D-9A3C-431A-E5E05D50CFA8}"/>
              </a:ext>
            </a:extLst>
          </p:cNvPr>
          <p:cNvSpPr txBox="1"/>
          <p:nvPr/>
        </p:nvSpPr>
        <p:spPr>
          <a:xfrm>
            <a:off x="4414063" y="3975248"/>
            <a:ext cx="702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n, j-2</a:t>
            </a:r>
          </a:p>
        </p:txBody>
      </p:sp>
    </p:spTree>
    <p:extLst>
      <p:ext uri="{BB962C8B-B14F-4D97-AF65-F5344CB8AC3E}">
        <p14:creationId xmlns:p14="http://schemas.microsoft.com/office/powerpoint/2010/main" val="6369795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Enrico Baglione</dc:creator>
  <cp:lastModifiedBy>Enrico Baglione</cp:lastModifiedBy>
  <cp:revision>1</cp:revision>
  <dcterms:created xsi:type="dcterms:W3CDTF">2026-01-20T20:28:59Z</dcterms:created>
  <dcterms:modified xsi:type="dcterms:W3CDTF">2026-01-20T20:30:35Z</dcterms:modified>
</cp:coreProperties>
</file>