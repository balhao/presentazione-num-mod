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25"/>
    <p:restoredTop sz="94658"/>
  </p:normalViewPr>
  <p:slideViewPr>
    <p:cSldViewPr snapToGrid="0">
      <p:cViewPr varScale="1">
        <p:scale>
          <a:sx n="90" d="100"/>
          <a:sy n="90" d="100"/>
        </p:scale>
        <p:origin x="208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9AC264-2259-BB0C-B38B-9585C6DA4F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70A54D9E-5566-8E75-B21B-F7E29C2F67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3BA591A-8E37-DC31-8F5D-1EEFB5274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DE414-46C5-BF46-A30D-C70936E1A93E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2DB766F-7636-E7D1-B8B9-1B74A7B8F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2F28D62-DAEA-FA5E-C441-E4F51AE76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A8AB6-4DF5-9A47-AE76-18DB3203FD39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1461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19D875D-77C1-5BF4-E70E-4D1AEAAB1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65ABBCC-E3E5-31CB-927F-7D39C5ADA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120E450-F019-9E0B-0DF8-3FE50F1B5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DE414-46C5-BF46-A30D-C70936E1A93E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C98AE02-468C-53A5-B354-DC7364A46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60067B2-9320-198E-8AFC-72E4DF660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A8AB6-4DF5-9A47-AE76-18DB3203FD39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2439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947D456-57E9-6C74-1323-FD77BD7A6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79DD54E-F61B-D2D0-4E14-8BEDC556D7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0E693B1-6CD8-77D5-87D3-D574B6D25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DE414-46C5-BF46-A30D-C70936E1A93E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1933633-808D-8FF2-4D04-200BA43EF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D34B051-016E-0CF7-1B63-91A971892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A8AB6-4DF5-9A47-AE76-18DB3203FD39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899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DB3224C-EAC9-8AA0-4841-6214E092B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A507956-2B2C-424F-25E6-684E44AA0B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D0C3913-2F8B-8B8F-F77C-49C1530F1E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EBC90AB-FFCF-549D-E56F-51C620665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DE414-46C5-BF46-A30D-C70936E1A93E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8AA0795-3A6C-17EA-DC8A-CF702A6F9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EB16E34-BD9C-AF3E-7742-84E7CFDD5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A8AB6-4DF5-9A47-AE76-18DB3203FD39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7441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5FB9AB-7E5F-6C28-F4B5-C58105098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E9DC6A3-1A93-D335-8906-0D8936D3EB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121943A-6175-164D-A7F1-F06664A874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6A44705-36CF-3646-146E-2FE7C7FA07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90024D7E-5DD4-691C-DBE9-4929EE878A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6942ADA8-9D97-D6B9-A484-81B2093EB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DE414-46C5-BF46-A30D-C70936E1A93E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F80F7C8E-ADBC-0173-5F6F-07F8FE35B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4C3EEAB0-9A02-44F1-E959-B856E4611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A8AB6-4DF5-9A47-AE76-18DB3203FD39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1073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416621A-193E-B42D-E9CF-5D1D264D0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C17E8A51-76FC-C2DC-8FED-1E0B853B9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DE414-46C5-BF46-A30D-C70936E1A93E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EEF88609-8A06-3C5F-648C-31FA45089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284C2B3-1053-A229-D653-875860740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A8AB6-4DF5-9A47-AE76-18DB3203FD39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1569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C71CBD0F-4D51-5B56-09B1-8701B9301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DE414-46C5-BF46-A30D-C70936E1A93E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9A7F26AF-8834-0743-ABC3-EC49BD680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0157A4B-E81A-8788-7778-BC9EDE9B2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A8AB6-4DF5-9A47-AE76-18DB3203FD39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4287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76BBB7B-805C-45FB-03A6-5B09F6A8A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C0DD60B-B2AF-70FA-DFAA-D12C99AAAD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1DFFCDA-8D49-6A3F-6596-D4D2E38015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2AB6C75-E753-90C0-97C8-7AF90B23D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DE414-46C5-BF46-A30D-C70936E1A93E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2066EC1-D679-CA7B-F504-5DD3F0F4F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2F8DA50-FFE9-ABFC-73FF-CF12A5306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A8AB6-4DF5-9A47-AE76-18DB3203FD39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334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5551FC7-89CC-2F1E-CE29-A4E8DEF9E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B1E8EEE2-BB01-3D49-F462-7433AD2353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64F7784-FFE7-6B5D-FFF2-008BF8121E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F7E4F8C-D609-7F63-663E-2CD72F61C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DE414-46C5-BF46-A30D-C70936E1A93E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2A55F01-26F9-E84E-B6A1-D85767332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F38CD80-C44A-B72C-81BF-438C26C48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A8AB6-4DF5-9A47-AE76-18DB3203FD39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3544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5362F5B-22A5-3B96-BBFD-17A6DB40F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E376BB3-13CC-BC07-75B8-259A78CCC2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419429A-0825-B543-1390-AAE0B608A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DE414-46C5-BF46-A30D-C70936E1A93E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FDDC26B-1CC4-85E1-B8BA-C774E28B6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E70086A-1660-70BC-8283-CB76493D4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A8AB6-4DF5-9A47-AE76-18DB3203FD39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7940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C39318CE-3BDA-0F9A-031E-DC917D92DB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AAC4CF8-1B75-C684-A4DA-CA940CCB30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BCD673A-221A-C523-D9AA-3747695FD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DE414-46C5-BF46-A30D-C70936E1A93E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7DD2C9C-660B-36A9-99BD-74F6ECDB8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D59BFF2-2449-5BD0-72B4-156A42A4D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A8AB6-4DF5-9A47-AE76-18DB3203FD39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6558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CD4DE77D-7C5D-02E2-4F68-2F4AB9A55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2C16FA3-7398-3E6B-1E94-4774A81C6D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EC9F225-0854-F467-5984-C9B26EFF15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6DE414-46C5-BF46-A30D-C70936E1A93E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DC54DDB-E78C-9DD3-FC3D-7A972E4976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3C2E600-DDD7-72FD-754E-E7D7F1A7C8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DA8AB6-4DF5-9A47-AE76-18DB3203FD39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4018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dritto 4">
            <a:extLst>
              <a:ext uri="{FF2B5EF4-FFF2-40B4-BE49-F238E27FC236}">
                <a16:creationId xmlns:a16="http://schemas.microsoft.com/office/drawing/2014/main" id="{AD2B6AFF-4603-C450-432E-2282E1ABB3A2}"/>
              </a:ext>
            </a:extLst>
          </p:cNvPr>
          <p:cNvCxnSpPr>
            <a:cxnSpLocks/>
          </p:cNvCxnSpPr>
          <p:nvPr/>
        </p:nvCxnSpPr>
        <p:spPr>
          <a:xfrm>
            <a:off x="3386138" y="3689498"/>
            <a:ext cx="1696225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ritto 5">
            <a:extLst>
              <a:ext uri="{FF2B5EF4-FFF2-40B4-BE49-F238E27FC236}">
                <a16:creationId xmlns:a16="http://schemas.microsoft.com/office/drawing/2014/main" id="{01CDEDC7-6CF5-1B85-2049-814091C537FC}"/>
              </a:ext>
            </a:extLst>
          </p:cNvPr>
          <p:cNvCxnSpPr>
            <a:cxnSpLocks/>
          </p:cNvCxnSpPr>
          <p:nvPr/>
        </p:nvCxnSpPr>
        <p:spPr>
          <a:xfrm flipV="1">
            <a:off x="5082363" y="2200275"/>
            <a:ext cx="0" cy="1489223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dritto 11">
            <a:extLst>
              <a:ext uri="{FF2B5EF4-FFF2-40B4-BE49-F238E27FC236}">
                <a16:creationId xmlns:a16="http://schemas.microsoft.com/office/drawing/2014/main" id="{97A46348-9A8E-439D-9DCA-8852FB50C6DA}"/>
              </a:ext>
            </a:extLst>
          </p:cNvPr>
          <p:cNvCxnSpPr>
            <a:cxnSpLocks/>
          </p:cNvCxnSpPr>
          <p:nvPr/>
        </p:nvCxnSpPr>
        <p:spPr>
          <a:xfrm>
            <a:off x="5082363" y="3689498"/>
            <a:ext cx="1696225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e 12">
            <a:extLst>
              <a:ext uri="{FF2B5EF4-FFF2-40B4-BE49-F238E27FC236}">
                <a16:creationId xmlns:a16="http://schemas.microsoft.com/office/drawing/2014/main" id="{49239B84-B891-D9EB-C850-EE1E0AF9463A}"/>
              </a:ext>
            </a:extLst>
          </p:cNvPr>
          <p:cNvSpPr/>
          <p:nvPr/>
        </p:nvSpPr>
        <p:spPr>
          <a:xfrm>
            <a:off x="6661148" y="3564248"/>
            <a:ext cx="234879" cy="1966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0E8C559B-4750-6BD2-1A88-48FCD237C9F7}"/>
              </a:ext>
            </a:extLst>
          </p:cNvPr>
          <p:cNvSpPr/>
          <p:nvPr/>
        </p:nvSpPr>
        <p:spPr>
          <a:xfrm>
            <a:off x="3268697" y="3591154"/>
            <a:ext cx="234879" cy="1966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id="{0E287349-286A-670E-1379-A21A72604E2C}"/>
              </a:ext>
            </a:extLst>
          </p:cNvPr>
          <p:cNvSpPr/>
          <p:nvPr/>
        </p:nvSpPr>
        <p:spPr>
          <a:xfrm>
            <a:off x="4950635" y="2116218"/>
            <a:ext cx="234879" cy="1966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7862138A-37C9-D965-1E1B-5C94443836C9}"/>
              </a:ext>
            </a:extLst>
          </p:cNvPr>
          <p:cNvSpPr txBox="1"/>
          <p:nvPr/>
        </p:nvSpPr>
        <p:spPr>
          <a:xfrm>
            <a:off x="3152390" y="3787841"/>
            <a:ext cx="702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n, j-1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090C157D-17D4-5B96-79E5-D5FBC5A48422}"/>
              </a:ext>
            </a:extLst>
          </p:cNvPr>
          <p:cNvSpPr txBox="1"/>
          <p:nvPr/>
        </p:nvSpPr>
        <p:spPr>
          <a:xfrm>
            <a:off x="6457840" y="3787841"/>
            <a:ext cx="8763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n, j+1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F185A89C-CB7B-92AF-59D5-281C106135C0}"/>
              </a:ext>
            </a:extLst>
          </p:cNvPr>
          <p:cNvSpPr txBox="1"/>
          <p:nvPr/>
        </p:nvSpPr>
        <p:spPr>
          <a:xfrm>
            <a:off x="4262825" y="2396962"/>
            <a:ext cx="8763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n+1, j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2CA8391A-68DE-DFC1-1251-41B432193AAB}"/>
              </a:ext>
            </a:extLst>
          </p:cNvPr>
          <p:cNvSpPr/>
          <p:nvPr/>
        </p:nvSpPr>
        <p:spPr>
          <a:xfrm>
            <a:off x="4864907" y="2032173"/>
            <a:ext cx="421468" cy="350501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69795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13</Words>
  <Application>Microsoft Macintosh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Enrico Baglione</dc:creator>
  <cp:lastModifiedBy>Enrico Baglione</cp:lastModifiedBy>
  <cp:revision>6</cp:revision>
  <dcterms:created xsi:type="dcterms:W3CDTF">2026-01-20T19:43:58Z</dcterms:created>
  <dcterms:modified xsi:type="dcterms:W3CDTF">2026-01-20T19:58:13Z</dcterms:modified>
</cp:coreProperties>
</file>